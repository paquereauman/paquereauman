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d'environ 3 h. Cliquez sur les boutons pour naviguer (mode diaporama). Le bouton 🏠 revient au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dit un mot qui lui évoque le Maghreb ; on construit un nuage de mots au tableau. Puis formation de 3 équipes : Atlas, Sahara, Médina.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chiffres à voix haute, comparer avec la France (551 695 km², 68 M hab.). Valeurs arrondies : vérifier les dernières données Banque mondiale si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chaque équipe calcule la densité d'un pays (population ÷ superficie) et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complètent leur carte au fil du cours. Distribuer la carte muette.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Questionnement oral à partir de la carte. Cliquer sur « Réponses » pour révéler.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Remplacer le lien par la vidéo choisie (ou insérer un fichier .mp4 : Insertion &gt; Vidéo). 1er visionnage sans son, 2e avec son, 3e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distribuer les étiquettes dans le désordre, les équipes les remettent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silencieuse 10', questions en binômes 15', correction collective 10'.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sur chaque carte pour révéler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équipes devinent lettre par lettre (pendu).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: Médina → Vieille ville entourée de remparts ; Casbah → Citadelle, quartier fortifié ; Oasis → Point d'eau dans le désert ; Hammam → Bain de vapeur traditionnel ; Riad → Maison avec jardin intérieur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équipe cite le plus de mots liés au Maghreb en 60 s. 1 mot = 1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10.xml"/><Relationship Id="rId6" Type="http://schemas.openxmlformats.org/officeDocument/2006/relationships/slide" Target="slide13.xml"/><Relationship Id="rId7" Type="http://schemas.openxmlformats.org/officeDocument/2006/relationships/slide" Target="slide28.xml"/><Relationship Id="rId8" Type="http://schemas.openxmlformats.org/officeDocument/2006/relationships/slide" Target="slide30.xml"/><Relationship Id="rId9" Type="http://schemas.openxmlformats.org/officeDocument/2006/relationships/slide" Target="slide31.xml"/><Relationship Id="rId10" Type="http://schemas.openxmlformats.org/officeDocument/2006/relationships/slide" Target="slide34.xml"/><Relationship Id="rId11" Type="http://schemas.openxmlformats.org/officeDocument/2006/relationships/slide" Target="slide36.xml"/><Relationship Id="rId12" Type="http://schemas.openxmlformats.org/officeDocument/2006/relationships/slide" Target="slide39.xml"/><Relationship Id="rId13" Type="http://schemas.openxmlformats.org/officeDocument/2006/relationships/slide" Target="slide4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youtube.com/results?search_query=le+maghreb+documentaire+maroc+alg%C3%A9rie+tunisie" TargetMode="External"/><Relationship Id="rId4" Type="http://schemas.openxmlformats.org/officeDocument/2006/relationships/slide" Target="slide2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5.xml"/><Relationship Id="rId4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7.xml"/><Relationship Id="rId4" Type="http://schemas.openxmlformats.org/officeDocument/2006/relationships/slide" Target="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1.xml"/><Relationship Id="rId4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4.xml"/><Relationship Id="rId4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7.xml"/><Relationship Id="rId4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Relationship Id="rId4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Relationship Id="rId4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Relationship Id="rId4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86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01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58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58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15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72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887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887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6000" b="1">
                <a:solidFill>
                  <a:srgbClr val="E0A11B"/>
                </a:solidFill>
              </a:defRPr>
            </a:pPr>
            <a:r>
              <a:t>🐪  Le MAGHREB  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2834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800" b="0">
                <a:solidFill>
                  <a:srgbClr val="FFFFFF"/>
                </a:solidFill>
              </a:defRPr>
            </a:pPr>
            <a:r>
              <a:t>Voyage ludique et interactif au pays du soleil couchant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F6E7C8"/>
                </a:solidFill>
              </a:defRPr>
            </a:pPr>
            <a:r>
              <a:t>Algérie • Maroc • Tunisie  (+ Libye &amp; Mauritanie : le « Grand Maghreb »)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4754880" y="475488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▶ COMMENCER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🗺️ Menu du voyage — clique sur une étape !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548640" y="146304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Brise-glace  (15')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4297679" y="146304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I. Carte d'identité  (25')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046719" y="146304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II. 🎧 C.O. Vidéo  (25')</a:t>
            </a:r>
          </a:p>
        </p:txBody>
      </p:sp>
      <p:sp>
        <p:nvSpPr>
          <p:cNvPr id="36" name="Rounded Rectangle 35">
            <a:hlinkClick action="ppaction://hlinksldjump" r:id="rId6"/>
          </p:cNvPr>
          <p:cNvSpPr/>
          <p:nvPr/>
        </p:nvSpPr>
        <p:spPr>
          <a:xfrm>
            <a:off x="548640" y="265176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Quiz géo  (10')</a:t>
            </a:r>
          </a:p>
        </p:txBody>
      </p:sp>
      <p:sp>
        <p:nvSpPr>
          <p:cNvPr id="37" name="Rounded Rectangle 36">
            <a:hlinkClick action="ppaction://hlinksldjump" r:id="rId7"/>
          </p:cNvPr>
          <p:cNvSpPr/>
          <p:nvPr/>
        </p:nvSpPr>
        <p:spPr>
          <a:xfrm>
            <a:off x="4297679" y="265176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IV. Histoire &amp; données  (20')</a:t>
            </a:r>
          </a:p>
        </p:txBody>
      </p:sp>
      <p:sp>
        <p:nvSpPr>
          <p:cNvPr id="38" name="Rounded Rectangle 37">
            <a:hlinkClick action="ppaction://hlinksldjump" r:id="rId8"/>
          </p:cNvPr>
          <p:cNvSpPr/>
          <p:nvPr/>
        </p:nvSpPr>
        <p:spPr>
          <a:xfrm>
            <a:off x="8046719" y="265176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☕ Pause  (15')</a:t>
            </a:r>
          </a:p>
        </p:txBody>
      </p:sp>
      <p:sp>
        <p:nvSpPr>
          <p:cNvPr id="39" name="Rounded Rectangle 38">
            <a:hlinkClick action="ppaction://hlinksldjump" r:id="rId9"/>
          </p:cNvPr>
          <p:cNvSpPr/>
          <p:nvPr/>
        </p:nvSpPr>
        <p:spPr>
          <a:xfrm>
            <a:off x="548640" y="384048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III. 📖 C.E. écrite  (30')</a:t>
            </a:r>
          </a:p>
        </p:txBody>
      </p:sp>
      <p:sp>
        <p:nvSpPr>
          <p:cNvPr id="40" name="Rounded Rectangle 39">
            <a:hlinkClick action="ppaction://hlinksldjump" r:id="rId10"/>
          </p:cNvPr>
          <p:cNvSpPr/>
          <p:nvPr/>
        </p:nvSpPr>
        <p:spPr>
          <a:xfrm>
            <a:off x="4297679" y="384048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7. Cuisine &amp; culture  (15')</a:t>
            </a:r>
          </a:p>
        </p:txBody>
      </p:sp>
      <p:sp>
        <p:nvSpPr>
          <p:cNvPr id="41" name="Rounded Rectangle 40">
            <a:hlinkClick action="ppaction://hlinksldjump" r:id="rId11"/>
          </p:cNvPr>
          <p:cNvSpPr/>
          <p:nvPr/>
        </p:nvSpPr>
        <p:spPr>
          <a:xfrm>
            <a:off x="8046719" y="384048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8. Jeux de mots  (15')</a:t>
            </a:r>
          </a:p>
        </p:txBody>
      </p:sp>
      <p:sp>
        <p:nvSpPr>
          <p:cNvPr id="42" name="Rounded Rectangle 41">
            <a:hlinkClick action="ppaction://hlinksldjump" r:id="rId12"/>
          </p:cNvPr>
          <p:cNvSpPr/>
          <p:nvPr/>
        </p:nvSpPr>
        <p:spPr>
          <a:xfrm>
            <a:off x="548640" y="502920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9. Défi final par équipes  (10')</a:t>
            </a:r>
          </a:p>
        </p:txBody>
      </p:sp>
      <p:sp>
        <p:nvSpPr>
          <p:cNvPr id="43" name="Rounded Rectangle 42">
            <a:hlinkClick action="ppaction://hlinksldjump" r:id="rId13"/>
          </p:cNvPr>
          <p:cNvSpPr/>
          <p:nvPr/>
        </p:nvSpPr>
        <p:spPr>
          <a:xfrm>
            <a:off x="4297679" y="502920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10. Bilan &amp; production  (10')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263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Durée totale ≈ 3 h  •  Score des équipes au tableau  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1. Brise-glace : le Maghreb en 1 mot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Tour de table : 1 mot, 1 image, 1 souvenir associé au Maghreb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On construit ensemble un nuage de mots au tableau ☁️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Formez 3 équipes : 🏔️ ATLAS  •  🏜️ SAHARA  •  🕌 MÉDINA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Chaque bonne réponse = 1 point — le score suit toute la séance 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« Maghreb » (المغرب) signifie en arabe : « le couchant », l'Occident — là où le soleil se couche.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du Maghreb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371600"/>
            <a:ext cx="5669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1) Carte d'identité régionale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0116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Superficie : ≈ 5,8 millions km² (≈ 10 × la France métropolitaine)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Population : ≈ 107 millions d'habitants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Densité : ≈ 18 hab/km² (très inégale : côtes peuplées, Sahara presque vide)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PIB : ≈ 490 milliards $ (cumulé)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Taux de chômage : ≈ 10 à 19 % selon les pays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Statut : 5 États indépendants réunis dans l'Union du Maghreb arabe (UMA, 1989)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Source : Banque mondiale 2023 (arrondis)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1371600"/>
            <a:ext cx="5120640" cy="47548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14630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E0A11B"/>
                </a:solidFill>
              </a:defRPr>
            </a:pPr>
            <a:r>
              <a:t>2) Ce qu'il faut retenir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🏔️ Relief varié : montagnes de l'Atlas au nord, plaines et côtes méditerranéennes, Sahara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☀️ Climat : méditerranéen au nord (étés chauds, hivers doux), désertique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🎶 Culture riche : musique (raï, gnaoua, chaâbi), cuisine épicée, hospitalité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🌍 Culture maghrébine : un mélange d'origines berbère (amazighe), arabe, africaine, andalouse et européenne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: pays par pays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1371600"/>
            <a:ext cx="17830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14630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1371600"/>
            <a:ext cx="16916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14630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Superficie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1371600"/>
            <a:ext cx="12344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14630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Population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1371600"/>
            <a:ext cx="105156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680" y="14630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Densité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1371600"/>
            <a:ext cx="13258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1463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1371600"/>
            <a:ext cx="11430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9560" y="1463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Chômage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1371600"/>
            <a:ext cx="25146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14630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Statut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214884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240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🇲🇦 Maroc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214884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23160" y="224028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446 550 km²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214884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60520" y="224028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37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214884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224028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83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214884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7960" y="22402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141 Md$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0" y="214884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09560" y="224028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13 %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2560" y="214884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98280" y="224028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Monarchie const.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292608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0175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🇩🇿 Algérie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77440" y="292608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23160" y="301752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2 381 741 km²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292608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60520" y="301752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46 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292608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40680" y="301752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292608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37960" y="301752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240 Md$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292608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09560" y="30175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052560" y="292608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98280" y="301752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370332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3794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🇹🇳 Tunisie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77440" y="370332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23160" y="379476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163 610 km²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0" y="370332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0520" y="379476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370332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0680" y="379476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92240" y="370332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37960" y="379476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48 Md$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63840" y="370332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09560" y="379476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16 %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52560" y="370332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98280" y="379476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48056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45720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🇱🇾 Libye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77440" y="448056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23160" y="457200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1 759 540 km²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0" y="448056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60520" y="457200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 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94960" y="448056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40680" y="457200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92240" y="448056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37960" y="45720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50 Md$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63840" y="448056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09560" y="4572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052560" y="448056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098280" y="457200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 (transition)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25780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4360" y="5349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🇲🇷 Mauritanie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377440" y="525780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23160" y="53492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1 030 700 km²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14800" y="525780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60520" y="53492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 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94960" y="525780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40680" y="53492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92240" y="525780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537960" y="53492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Md$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63840" y="525780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09560" y="53492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052560" y="525780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098280" y="53492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Rép. islamique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1F4E79"/>
                </a:solidFill>
              </a:defRPr>
            </a:pPr>
            <a:r>
              <a:t>Densité en hab/km² • Source : Banque mondiale 2023 (valeurs arrondies) — capitales : Rabat, Alger, Tunis, Tripoli, Nouakchott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Un monde arabo-musulman • A/ Trois États méditerranéens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carte-mu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442095" cy="4754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15200" y="13716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✏️ Sur ta carte muette, place :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🌊 l'océan Atlantique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🌊 la mer Méditerranée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🗺️ le Maroc, l'Algérie, la Tunisie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🇪🇸 l'Espagne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↔️ le détroit de Gibraltar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☀️ le tropique du Cancer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 ➡️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Le relief et les précipitations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rel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184232" cy="502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0" y="13716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Quel massif montagneux domine au Maghreb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Est-il d'un seul bloc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Quelles sont les différentes parties de l'Atlas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Où pleut-il le plus ? Pourquoi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 trouve-t-on au sud ?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Réponses ➡️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l'Atlas, un massif en plusieurs parties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L'ATLAS domine le Maghreb.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Non, il n'est pas d'un seul bloc : il y a plusieurs parties :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Rif (nord du Maroc)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Moyen Atlas (près de Fès) ➡️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Haut Atlas (Maroc, Toubkal 4 167 m)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l'Anti-Atlas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l'Atlas tellien et l'Atlas saharien (Algérie)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Il pleut plus au nord (&gt; 300 mm) : la montagne arrête les nuages venus de la mer.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Au sud : le Sahara, des oasis et le Hoggar.</a:t>
            </a:r>
          </a:p>
        </p:txBody>
      </p:sp>
      <p:pic>
        <p:nvPicPr>
          <p:cNvPr id="34" name="Picture 33" descr="moyen-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5303520" cy="258197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2240" y="43891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Le Moyen Atlas, près de Fès (Maroc)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Paysages : de la mer au désert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554480"/>
            <a:ext cx="2697480" cy="3840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🌊 Méditerranée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Côtes, ports, plages au nord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1554480"/>
            <a:ext cx="2697480" cy="38404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043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🏔️ Atlas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3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Montagnes jusqu'à 4 167 m (Toubkal)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59" y="1554480"/>
            <a:ext cx="2697480" cy="38404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🏜️ Sahara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Le plus grand désert chaud du monde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19" y="1554480"/>
            <a:ext cx="2697480" cy="38404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5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🌴 Oasis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5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Palmiers-dattiers, eau et vie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🎯 Activité : à l'oral, décris ton paysage préféré avec 3 adjectifs.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 – 🎧 C.O. Compréhension orale : vidéo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1463040"/>
            <a:ext cx="6035040" cy="384048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>
            <a:hlinkClick r:id="rId3"/>
          </p:cNvPr>
          <p:cNvSpPr/>
          <p:nvPr/>
        </p:nvSpPr>
        <p:spPr>
          <a:xfrm>
            <a:off x="2377440" y="2926080"/>
            <a:ext cx="2743200" cy="9144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▶ LANCER LA VIDÉO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949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1F4E79"/>
                </a:solidFill>
              </a:defRPr>
            </a:pPr>
            <a:r>
              <a:t>(Clique pour ouvrir la vidéo — ou insère ton .mp4 ici)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1 — sans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Quels lieux, couleurs, objets vois-tu ?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2 — avec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Note 3 pays, 2 villes, 1 plat.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3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Réponds à la fiche vidéo ➡️</a:t>
            </a:r>
          </a:p>
        </p:txBody>
      </p:sp>
      <p:sp>
        <p:nvSpPr>
          <p:cNvPr id="38" name="Rounded Rectangle 37">
            <a:hlinkClick action="ppaction://hlinksldjump" r:id="rId5"/>
          </p:cNvPr>
          <p:cNvSpPr/>
          <p:nvPr/>
        </p:nvSpPr>
        <p:spPr>
          <a:xfrm>
            <a:off x="8686800" y="5486400"/>
            <a:ext cx="246888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Fiche vidéo ➡️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as-tu bien regardé ?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Quels pays sont présentés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une ville et ce qu'on y voit.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 paysage t'a le plus surpris ? Pourquoi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Quelles langues entend-on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Vrai ou faux : le Maghreb est uniquement désertique.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48640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Maroc, Algérie, Tunisie (et parfois Libye, Mauritanie)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Ex. : Marrakech (place Jemaa el-Fna), Alger (la Casbah), Tunis (la médina)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Réponse libre — justifie avec « parce que… »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Arabe (darija), tamazight (berbère), français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FAUX ❌ : il y a aussi la mer, les montagnes, les villes, les oasis 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1/5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est la capitale du Maroc ?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Casablanca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Rabat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Marrakech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Rabat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2/5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 est le plus grand pays d'Afrique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Algérie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Libye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Égypte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Algérie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3/5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 signifie « Maghreb »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 désert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Le couchant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La mer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Le couchant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4/5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montagne traverse le Maghreb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Les Alpes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L'Atlas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L'Himalaya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L'Atlas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5/5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mer borde le Maghreb au nord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Mer Rouge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Méditerranée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Mer Noire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Méditerranée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la frise du temps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291840"/>
            <a:ext cx="11064240" cy="109728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7160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Antiquité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Berbères (Amazighs), Carthage (814 av. J.-C.), Rome</a:t>
            </a:r>
          </a:p>
        </p:txBody>
      </p:sp>
      <p:sp>
        <p:nvSpPr>
          <p:cNvPr id="38" name="Oval 37"/>
          <p:cNvSpPr/>
          <p:nvPr/>
        </p:nvSpPr>
        <p:spPr>
          <a:xfrm>
            <a:off x="361188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VIIe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Conquête arabe : islam et langue arabe</a:t>
            </a:r>
          </a:p>
        </p:txBody>
      </p:sp>
      <p:sp>
        <p:nvSpPr>
          <p:cNvPr id="41" name="Oval 40"/>
          <p:cNvSpPr/>
          <p:nvPr/>
        </p:nvSpPr>
        <p:spPr>
          <a:xfrm>
            <a:off x="585216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XVIe 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Empire ottoman (Alger, Tunis, Tripoli) ; Maroc indépendant</a:t>
            </a:r>
          </a:p>
        </p:txBody>
      </p:sp>
      <p:sp>
        <p:nvSpPr>
          <p:cNvPr id="44" name="Oval 43"/>
          <p:cNvSpPr/>
          <p:nvPr/>
        </p:nvSpPr>
        <p:spPr>
          <a:xfrm>
            <a:off x="809244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1830–1912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Colonisation : France (Algérie, Tunisie, Maroc), Italie (Libye)</a:t>
            </a:r>
          </a:p>
        </p:txBody>
      </p:sp>
      <p:sp>
        <p:nvSpPr>
          <p:cNvPr id="47" name="Oval 46"/>
          <p:cNvSpPr/>
          <p:nvPr/>
        </p:nvSpPr>
        <p:spPr>
          <a:xfrm>
            <a:off x="1033272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1951–1962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Indépendances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🗣️ Langues : arabe (darija), tamazight (ⵜⴰⵎⴰⵣⵉⵖⵜ), français • Salam = bonjour • Choukran = merci • Azul = bonjour (berbère)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quelques données clés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3716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1417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Libye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0574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du Maroc (2 mars) et de la Tunisie (20 mars)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7432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1954–1962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2788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Guerre d'Algérie → indépendance le 5 juillet 1962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290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Mauritanie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1148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4160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Création de l'Union du Maghreb arabe (Marrakech)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8006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0" y="4846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« Printemps arabe » : départ de Ben Ali (Tunisie), chute de Kadhafi (Libye)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4864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5532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Le couscous inscrit au patrimoine de l'UNESCO (candidature commune)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F4E79"/>
                </a:solidFill>
              </a:defRPr>
            </a:pPr>
            <a:r>
              <a:t>🎯 Question : combien d'années séparent l'indépendance de la Libye de celle de l'Algérie ? (11 ans)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☕ PAUSE — thé à la menthe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🫖 15 minutes de pause</a:t>
            </a:r>
          </a:p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Le thé à la menthe, symbole d'hospitalité, se sert « de haut » pour faire de la mousse 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III – 📖 C.E. Compréhension écrite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30'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Lettre de Yasmine, depuis Marrakech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Chère Léa,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Me voici enfin à Marrakech, chez ma grand-mère ! Hier matin, nous sommes allées au souk : quel spectacle ! Des épices de toutes les couleurs, des tapis, des lanternes en cuivre… On a acheté du cumin et du safran pour le couscous du vendredi.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 soir, la place Jemaa el-Fna se transforme : il y a des conteurs, des musiciens gnaoua et des dizaines de petits restaurants. J'ai goûté une harira, une soupe délicieuse.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Samedi, nous partons trois jours dans le désert, près de Merzouga. Nous dormirons sous une tente berbère et nous monterons à dos de dromadaire pour voir le lever du soleil sur les dunes. J'ai hâte !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Je t'envoie plein de soleil. Bisous, Yasmine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9326880" y="6263640"/>
            <a:ext cx="182880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Questions ➡️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Questions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Qui écrit ? À qui ? D'où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Vrai/Faux : Yasmine est en vacances chez sa tante. Justifie.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Cite 3 choses qu'on trouve au souk.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Que se passe-t-il le soir sur la place Jemaa el-Fna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Qu'est-ce que la harira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Combien de temps durera l'excursion dans le désert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✍️ Production : réponds à Yasmine (5 lignes) en racontant un voyage.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57784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Yasmine écrit à Léa, depuis Marrakech (Maroc).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FAUX : elle est chez sa grand-mère.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Épices, tapis, lanternes en cuivre.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Conteurs, musiciens gnaoua, petits restaurants.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Une soupe (traditionnelle).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Trois jours.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Production libre — critères : formule d'appel, passé composé, 3 détails, formule finale.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7. Cuisine &amp; culture : devine l'image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Je cuis dans un plat en terre au couvercle pointu. »</a:t>
            </a:r>
          </a:p>
        </p:txBody>
      </p:sp>
      <p:sp>
        <p:nvSpPr>
          <p:cNvPr id="37" name="Rounded Rectangle 36">
            <a:hlinkClick action="ppaction://hlinksldjump" r:id="rId4"/>
          </p:cNvPr>
          <p:cNvSpPr/>
          <p:nvPr/>
        </p:nvSpPr>
        <p:spPr>
          <a:xfrm>
            <a:off x="914400" y="4937760"/>
            <a:ext cx="19659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2900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2900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Graine de semoule, je suis servi le vendredi. »</a:t>
            </a:r>
          </a:p>
        </p:txBody>
      </p:sp>
      <p:sp>
        <p:nvSpPr>
          <p:cNvPr id="41" name="Rounded Rectangle 40">
            <a:hlinkClick action="ppaction://hlinksldjump" r:id="rId4"/>
          </p:cNvPr>
          <p:cNvSpPr/>
          <p:nvPr/>
        </p:nvSpPr>
        <p:spPr>
          <a:xfrm>
            <a:off x="3794760" y="4937760"/>
            <a:ext cx="196596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5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5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Chaussure en cuir, souvent jaune. »</a:t>
            </a:r>
          </a:p>
        </p:txBody>
      </p:sp>
      <p:sp>
        <p:nvSpPr>
          <p:cNvPr id="45" name="Rounded Rectangle 44">
            <a:hlinkClick action="ppaction://hlinksldjump" r:id="rId4"/>
          </p:cNvPr>
          <p:cNvSpPr/>
          <p:nvPr/>
        </p:nvSpPr>
        <p:spPr>
          <a:xfrm>
            <a:off x="6675120" y="4937760"/>
            <a:ext cx="196596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1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1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5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Marché traditionnel couvert. »</a:t>
            </a:r>
          </a:p>
        </p:txBody>
      </p:sp>
      <p:sp>
        <p:nvSpPr>
          <p:cNvPr id="49" name="Rounded Rectangle 48">
            <a:hlinkClick action="ppaction://hlinksldjump" r:id="rId4"/>
          </p:cNvPr>
          <p:cNvSpPr/>
          <p:nvPr/>
        </p:nvSpPr>
        <p:spPr>
          <a:xfrm>
            <a:off x="9555480" y="4937760"/>
            <a:ext cx="1965960" cy="6400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tajine • couscous • babouche • souk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🍲 Le TAJINE — plat et cuisson à l'étouffée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🥣 Le COUSCOUS — classé au patrimoine de l'UNESCO (2020)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🥾 La BABOUCHE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🏺 Le SOUK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🎵 Bonus : raï, chaâbi, gnaoua — quelles musiques connais-tu 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8. Jeux de mots : le mot mystère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1">
                <a:solidFill>
                  <a:srgbClr val="1F4E79"/>
                </a:solidFill>
              </a:defRPr>
            </a:pPr>
            <a:r>
              <a:t>_ _ _ _ _ _ _   (7 lettres)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Indice : arbre des oasis qui donne des dattes 🌴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754880" y="402336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Révéler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 du mot mystère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D A T T I E R  ✅</a:t>
            </a:r>
          </a:p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Le palmier-dattier : l'arbre roi des oasis 🌴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Jeu : associe le mot et la définition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14630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Médina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14630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5544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A. Vieille ville entourée de remparts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23774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Casbah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3774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0" y="24688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B. Point d'eau dans le désert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2918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Oasis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32918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3832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C. Bain de vapeur traditionnel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2062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Hammam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062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42976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D. Maison avec jardin intérieur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Riad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51206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52120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E. Citadelle, quartier fortifié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9. Défi final : 60 secondes chrono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8000" b="1">
                <a:solidFill>
                  <a:srgbClr val="C0392B"/>
                </a:solidFill>
              </a:defRPr>
            </a:pPr>
            <a:r>
              <a:t>⏳ 60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2918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le plus de mots possibles sur le Maghreb (villes, plats, paysages…)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1 mot correct = 1 point • pas de répétition !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🏆 L'équipe gagnante choisit la musique de fin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10. Bilan : qu'as-tu appris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🎯 3 choses que j'ai apprises…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❤️ 2 choses que j'ai aimées…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❓ 1 question qu'il me reste…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✍️ Ticket de sortie : écris une carte postale du Maghreb (3 phrases)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600" b="1">
                <a:solidFill>
                  <a:srgbClr val="B84A1E"/>
                </a:solidFill>
              </a:defRPr>
            </a:pPr>
            <a:r>
              <a:t>Choukran • Tanemmirt • Merci ! 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